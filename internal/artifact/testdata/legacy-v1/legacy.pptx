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slides/slide1.xml" ContentType="application/vnd.openxmlformats-officedocument.presentationml.slide+xml"/>
</Types>
</file>

<file path=_rels/.rels><?xml version="1.0"?><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2"/>
  </p:sldMasterIdLst>
  <p:sldIdLst>
    <p:sldId id="256" r:id="rId1"/>
  </p:sldIdLst>
  <p:sldSz cx="12192000" cy="6858000"/>
  <p:notesSz cx="6858000" cy="9144000"/>
</p:presentation>
</file>

<file path=ppt/_rels/presentation.xml.rels><?xml version="1.0"?><Relationships xmlns="http://schemas.openxmlformats.org/package/2006/relationships"><Relationship Id="rId1" Type="http://schemas.openxmlformats.org/officeDocument/2006/relationships/slide" Target="slides/slide1.xml"/><Relationship Id="rId2" Type="http://schemas.openxmlformats.org/officeDocument/2006/relationships/slideMaster" Target="slideMasters/slideMaster1.xml"/></Relationships>
</file>

<file path=ppt/slideLayouts/_rels/slideLayout1.xml.rels><?xml version="1.0"?><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p:spTree>
  </p:cSld>
  <p:clrMapOvr>
    <a:masterClrMapping/>
  </p:clrMapOvr>
</p:sldLayout>
</file>

<file path=ppt/slideMasters/_rels/slideMaster1.xml.rels><?xml version="1.0"?><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p:spTree>
  </p:cSld>
  <p:clrMap accent1="accent1" accent2="accent2" accent3="accent3" accent4="accent4" accent5="accent5" accent6="accent6" bg1="lt1" bg2="lt2" folHlink="folHlink" hlink="hlink" tx1="dk1" tx2="dk2"/>
  <p:sldLayoutIdLst>
    <p:sldLayoutId id="1" r:id="rId1"/>
  </p:sldLayoutIdLst>
  <p:txStyles>
    <p:titleStyle/>
    <p:bodyStyle/>
    <p:otherStyle/>
  </p:txStyles>
</p:sldMaster>
</file>

<file path=ppt/slides/_rels/slide1.xml.rels><?xml version="1.0"?><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1"/>
          <p:cNvSpPr/>
          <p:nvPr/>
        </p:nvSpPr>
        <p:spPr>
          <a:xfrm>
            <a:off x="914400" y="700000"/>
            <a:ext cx="7315200" cy="700000"/>
          </a:xfrm>
          <a:prstGeom prst="rect">
            <a:avLst/>
          </a:prstGeom>
          <a:noFill/>
        </p:spPr>
        <p:txBody>
          <a:bodyPr/>
          <a:lstStyle/>
          <a:p>
            <a:r>
              <a:rPr lang="zh-CN" sz="2800"/>
              <a:t>Original slide</a:t>
            </a:r>
          </a:p>
        </p:txBody>
      </p:sp>
      <p:sp>
        <p:nvSpPr>
          <p:cNvPr id="3" name="Text 2"/>
          <p:cNvSpPr/>
          <p:nvPr/>
        </p:nvSpPr>
        <p:spPr>
          <a:xfrm>
            <a:off x="914400" y="1550000"/>
            <a:ext cx="7315200" cy="700000"/>
          </a:xfrm>
          <a:prstGeom prst="rect">
            <a:avLst/>
          </a:prstGeom>
          <a:noFill/>
        </p:spPr>
        <p:txBody>
          <a:bodyPr/>
          <a:lstStyle/>
          <a:p>
            <a:r>
              <a:rPr lang="zh-CN" sz="1800"/>
              <a:t>Long bullet Long bullet Long bullet Long bullet Long bullet Long bullet Long bullet Long bullet Long bullet Long bullet Long bullet Long bullet Long bullet Long bullet Long bullet Long bullet Long bullet Long bullet Long bullet Long bullet Long bullet Long bullet Long bullet Long bullet Long bullet Long bullet Long bullet Long bullet Long bullet Long bullet Long bullet Long bullet Long bullet Long bullet Long bullet Long bullet Long bullet Long bullet Long bullet Long bullet </a:t>
            </a:r>
          </a:p>
        </p:txBody>
      </p:sp>
    </p:spTree>
  </p:cSld>
  <p:clrMapOvr>
    <a:masterClrMapping/>
  </p:clrMapOvr>
</p:sld>
</file>

<file path=ppt/theme/theme1.xml><?xml version="1.0" encoding="utf-8"?>
<a:theme xmlns:a="http://schemas.openxmlformats.org/drawingml/2006/main" name="Orca">
  <a:themeElements>
    <a:clrScheme name="Orca">
      <a:dk1>
        <a:sysClr val="windowText" lastClr="000000"/>
      </a:dk1>
      <a:lt1>
        <a:sysClr val="window" lastClr="FFFFFF"/>
      </a:lt1>
      <a:dk2>
        <a:srgbClr val="1F2937"/>
      </a:dk2>
      <a:lt2>
        <a:srgbClr val="F3F6FB"/>
      </a:lt2>
      <a:accent1>
        <a:srgbClr val="3471E8"/>
      </a:accent1>
      <a:accent2>
        <a:srgbClr val="18A999"/>
      </a:accent2>
      <a:accent3>
        <a:srgbClr val="F97316"/>
      </a:accent3>
      <a:accent4>
        <a:srgbClr val="8B5CF6"/>
      </a:accent4>
      <a:accent5>
        <a:srgbClr val="EC4899"/>
      </a:accent5>
      <a:accent6>
        <a:srgbClr val="64748B"/>
      </a:accent6>
      <a:hlink>
        <a:srgbClr val="0563C1"/>
      </a:hlink>
      <a:folHlink>
        <a:srgbClr val="954F72"/>
      </a:folHlink>
    </a:clrScheme>
    <a:fontScheme name="Orca">
      <a:majorFont>
        <a:latin typeface="Arial"/>
        <a:ea typeface="Microsoft YaHei"/>
        <a:cs typeface="Arial"/>
      </a:majorFont>
      <a:minorFont>
        <a:latin typeface="Arial"/>
        <a:ea typeface="Microsoft YaHei"/>
        <a:cs typeface="Arial"/>
      </a:minorFont>
    </a:fontScheme>
    <a:fmtScheme name="Orca">
      <a:fillStyleLst>
        <a:solidFill>
          <a:schemeClr val="phClr"/>
        </a:solidFill>
      </a:fillStyleLst>
      <a:lnStyleLst>
        <a:ln w="6350">
          <a:solidFill>
            <a:schemeClr val="phClr"/>
          </a:solidFill>
        </a:ln>
      </a:lnStyleLst>
      <a:effectStyleLst>
        <a:effectStyle>
          <a:effectLst/>
        </a:effectStyle>
      </a:effectStyleLst>
      <a:bgFillStyleLst>
        <a:solidFill>
          <a:schemeClr val="phClr"/>
        </a:solidFill>
      </a:bgFillStyleLst>
    </a:fmtScheme>
  </a:themeElements>
</a:theme>
</file>