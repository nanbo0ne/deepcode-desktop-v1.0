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?xml version="1.0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914400" y="700000"/>
            <a:ext cx="7315200" cy="7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800"/>
              <a:t>Default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ca">
  <a:themeElements>
    <a:clrScheme name="Orca">
      <a:dk1>
        <a:sysClr val="windowText" lastClr="000000"/>
      </a:dk1>
      <a:lt1>
        <a:sysClr val="window" lastClr="FFFFFF"/>
      </a:lt1>
      <a:dk2>
        <a:srgbClr val="1F2937"/>
      </a:dk2>
      <a:lt2>
        <a:srgbClr val="F3F6FB"/>
      </a:lt2>
      <a:accent1>
        <a:srgbClr val="3471E8"/>
      </a:accent1>
      <a:accent2>
        <a:srgbClr val="18A999"/>
      </a:accent2>
      <a:accent3>
        <a:srgbClr val="F97316"/>
      </a:accent3>
      <a:accent4>
        <a:srgbClr val="8B5CF6"/>
      </a:accent4>
      <a:accent5>
        <a:srgbClr val="EC4899"/>
      </a:accent5>
      <a:accent6>
        <a:srgbClr val="64748B"/>
      </a:accent6>
      <a:hlink>
        <a:srgbClr val="0563C1"/>
      </a:hlink>
      <a:folHlink>
        <a:srgbClr val="954F72"/>
      </a:folHlink>
    </a:clrScheme>
    <a:fontScheme name="Orca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rc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